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現代數據棧（MDS）實戰</a:t>
            </a:r>
            <a:br/>
            <a:r>
              <a:t>端到端巴西電商數據管線與自動化數據防禦系統</a:t>
            </a:r>
          </a:p>
          <a:p>
            <a:br/>
            <a:pPr>
              <a:defRPr sz="1800">
                <a:solidFill>
                  <a:srgbClr val="2ECC71"/>
                </a:solidFill>
                <a:latin typeface="Microsoft JhengHei"/>
              </a:defRPr>
            </a:pPr>
            <a:r>
              <a:t>報告人：資料工程師 | 利用 Python, PostgreSQL 與 dbt 打造生產級架構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數據背景與企業痛點分析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真實大數據場景：採用 Olist 巴西電商真實數據集，涵蓋訂單、客戶、商品明細等多源高關聯性資料（十萬級別數據量）。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傳統 ETL 的效能瓶頸：原始資料欄位繁雜，傳統思維若盲目使用 SELECT * 進行多表 JOIN，會導致大量的內存（Memory）浪費、嚴重拖慢資料庫執行計畫（Execution Plan）效能。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商業痛點：缺乏統一的資料維度與主資料（Master Data）管理，導致後端分析師在計算指標時必須撰寫冗長的 SQL，且資料品質（如空值、重複值）無法得到有效監控。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端到端現代數據棧（MDS）架構設計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高速 Ingestion (EL 層)：使用 Python 自動化腳本，將多張原始 CSV 數據高效導入 PostgreSQL 18 生產環境。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兩層流俐落架構 (Clean Code)：拒絕教科書式的三層冗餘 CTE。在 Staging 層（清洗層）直接精簡為兩層流結構，畫面乾淨、易於維護。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精準欄位過濾（脂肪退散）：堅決捨棄 SELECT * 的壞習慣。在 Staging 層即實施「抓大放小」策略，僅提取核心分析欄位，從源頭優化查詢效率。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9C3"/>
                </a:solidFill>
                <a:latin typeface="Microsoft JhengHei"/>
              </a:defRPr>
            </a:pPr>
            <a:r>
              <a:t>💡 [提示：請在右側預留空間貼上你的 dbt Lineage DAG 綠色網頁截圖]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以 Kimball 理論構築電商星狀模型 (Star Schema)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主資料特性管理 (Dimension Table)：提煉 stg_customers，建立以 customer_unique_id 為核心的客戶主資料維度表：dim_customers。完美對齊傳統資料倉儲的主資料屬性管理思維。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高性能事實表 (Fact Table)：打造核心商業事實大表：fct_orders。精準橫跨訂單層、明細層與客戶層，並將其實體化（Materialized as Table），確保前端 BI 查詢高頻調用時的速度。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核心商業指標提煉：在事實表中直接衍生計算 total_order_amount（商品單價 + 運費），將複雜的商業邏輯封裝在數據倉庫內部，向下游提供乾淨、單一事實來源（Single Source of Truth）。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宣告式測試與數據品質（Data Quality）防線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告別人工對帳：引入 dbt 宣告式測試（Declarative Testing）機制，將數據品質校驗（Data Quality）全面自動化。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主鍵唯一性防禦 (PK Validation)：針對維度表的主鍵進行 unique 與 not_null 測試，確保主資料庫無重複與遺漏。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商業邊界測試 (Boundary Value Test)：針對訂單狀態（order_status）導入 accepted_values 測試，嚴格限制非預期狀態資料流入下游，保證 BI 層數據 100% 準確。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9C3"/>
                </a:solidFill>
                <a:latin typeface="Microsoft JhengHei"/>
              </a:defRPr>
            </a:pPr>
            <a:r>
              <a:t>💡 [提示：請在右側預留空間貼上你的 dbt test 一整排綠色 PASS 的終端機截圖]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數據價值呈現：商業決策大盤 (BI 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數據驅動商業決策：前端看板直接對接 PostgreSQL 裡的 fct_orders，實現地域營收分析、平均客單價追蹤、以及各城市運費成本佔比分析。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完備的數據生命週期：本專案成功實現了從 原始數據 -&gt; 清洗建模 -&gt; 品質防禦 -&gt; 商業價值可視化 的完整閉環，體現現代數據工程師（Modern Data Engineer）的全面技術素養與業務洞察力。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9C3"/>
                </a:solidFill>
                <a:latin typeface="Microsoft JhengHei"/>
              </a:defRPr>
            </a:pPr>
            <a:r>
              <a:t>💡 [提示：請在中央/右側空間貼上我們接下來要拉的 Power BI 看板截圖]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